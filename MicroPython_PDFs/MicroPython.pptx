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Lexend ExtraBold"/>
      <p:bold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LexendExtraBold-bold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62a6b877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62a6b877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62a6b877b_1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62a6b877b_1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62a6b877b_1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e62a6b877b_1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62a6b877b_1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e62a6b877b_1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62a6b877b_1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62a6b877b_1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62a6b877b_1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e62a6b877b_1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62a6b877b_1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62a6b877b_1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62a6b877b_1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e62a6b877b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2a6b877b_1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62a6b877b_1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62a6b877b_1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e62a6b877b_1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62a6b877b_1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e62a6b877b_1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62a6b877b_1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62a6b877b_1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62a6b877b_1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62a6b877b_1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62a6b877b_1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62a6b877b_1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e62a6b877b_1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e62a6b877b_1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62a6b877b_1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62a6b877b_1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62a6b877b_1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62a6b877b_1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62a6b877b_1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62a6b877b_1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62a6b877b_1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e62a6b877b_1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62a6b877b_1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62a6b877b_1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62a6b877b_1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e62a6b877b_1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62a6b877b_1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e62a6b877b_1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62a6b877b_1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e62a6b877b_1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62a6b877b_1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62a6b877b_1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62a6b877b_1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e62a6b877b_1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833250" y="222577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600">
                <a:latin typeface="Lexend ExtraBold"/>
                <a:ea typeface="Lexend ExtraBold"/>
                <a:cs typeface="Lexend ExtraBold"/>
                <a:sym typeface="Lexend ExtraBold"/>
              </a:rPr>
              <a:t>MicroPython</a:t>
            </a:r>
            <a:endParaRPr b="0" sz="5600"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615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/>
              <a:t>Contents</a:t>
            </a:r>
            <a:endParaRPr sz="2440"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611500" y="1278600"/>
            <a:ext cx="7688700" cy="3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ntroduction to Micropython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Micropython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micropython on microcontroller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MicroPython Environment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Flashing MicroPython firmware on STM32 NUCLEO board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MicroPython interactive shell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Resetting the board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Toggling LED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push button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UART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Example codes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615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r>
              <a:rPr lang="en"/>
              <a:t> to MicroPython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1441200"/>
            <a:ext cx="7853400" cy="3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MicroPython is an efficient implementation of the Python 3 programming language that is designed to run on microcontrollers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MicroPython provides built-in modules of the Python standard library (e.g. os, time etc), as well as MicroPython-specific modules which give programmer to access low-level hardware (e.g. pyb, machine etc).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brings the power and simplicity of Python to embedded systems, making it easier to develop, test, and deploy code on a wide range of hardware platforms.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7650" y="568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of MicroPython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615350" y="1362975"/>
            <a:ext cx="8029500" cy="38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Python3 Syntax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MicroPython supports Python 3 syntax and many of its features, making it easy to write code for embedded systems 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Footprint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Designed to run on microcontrollers with as little as 256 KB of flash memory 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 (Read-Eval-Print Loop)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Interactive prompt that allows for immediate feedback and quick testing of code.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Cross-Platform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Runs on various microcontroller platforms, including STM32, ESP8266, ESP32, and more.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aleway"/>
              <a:buChar char="●"/>
            </a:pPr>
            <a:r>
              <a:rPr b="1"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Extensive Libraries</a:t>
            </a: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Includes libraries for handling hardware-specific functions like GPIO, UART etc.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668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Setting up MicroPython on Microcontroller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1393550"/>
            <a:ext cx="7688700" cy="3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●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Computer with Linux installed, e.g. Ubuntu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 STM32 Nucleo F401RE microcontroller board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STM32Cube Programmer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 Serial communication utility software such as PuTTY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●  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Micro-USB</a:t>
            </a:r>
            <a:r>
              <a:rPr lang="en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cable 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7650" y="563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7650" y="1203350"/>
            <a:ext cx="8109000" cy="41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MicroPython Environment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Linux machine, install git, make, gcc, and gcc-arm-none-eabi by going to the command terminal and executing the following command </a:t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sudo apt-get install git make gcc gcc-arm-none-eabi 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Clone the MicroPython source repository by calling </a:t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clone https://github.com/micropython/micropython/ 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to the MicroPython directory by calling </a:t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micropython 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to the port directory and update STM32 submodules by calling </a:t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ports/stm32 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the STM32 firmware for a specific board by calling </a:t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: make BOARD={your-board-model-here} 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BOARD=NUCLEO_F401RE </a:t>
            </a:r>
            <a:endParaRPr b="1" sz="5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7650" y="621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727650" y="1312250"/>
            <a:ext cx="7688700" cy="3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Makefile is a text file that automates the process of compiling and linking the code into executable and binary files.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Makefile uses GNU toolchain utilities, including ‘arm-none-eabi-gcc’ for compiling C source files and converts the final ELF executable to HEX and binary formats.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Times New Roman"/>
              <a:buChar char="●"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compiling all source files, link them into an executable, and generate .hex and .bin files in the build/ directory.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build- NUCLEO_F401RE/firmware.elf 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build-NUCLEO_F401RE/firmware0.bin 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build-NUCLEO_F401RE/firmware1.bin 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build-NUCLEO_F401RE/firmware.dfu 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 build-NUCLEO_F401RE/firmware.hex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727650" y="621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727650" y="1300625"/>
            <a:ext cx="7688700" cy="35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Flashing MicroPython firmware on STM32 NUCLEO board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the board to the computer through a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 USB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cable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the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STM32Cube Programmer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select the option ST-link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the top right corner to get details of our connected STM board →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 Connect button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Erase and programming, browse for firmware.hex file.(A .hex file is a common format used for firmware files that are ready to be flashed onto microcontrollers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,it includes both the binary data (firmware) and additional information like memory addresses.)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the file by pressing the Start Programming button.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926" y="577850"/>
            <a:ext cx="7928141" cy="434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25" y="575625"/>
            <a:ext cx="8031950" cy="44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727650" y="598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 MicroPython Interactive Shell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727650" y="1381925"/>
            <a:ext cx="76887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a Windows Computer, open Windows Device Manager.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“Ports” → Look for the 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ST-Link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Virtual COM Port entry and record the COM port. In my case, my COM port to the STM32 board connected is COM7.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a serial communication utility software such as PuTTY.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“Serial” under Connection Type → Enter the COM7 port you recorded into the Serial Line field →  Enter 115200 for speed (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baud rate</a:t>
            </a: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→ Click Open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Click reset (push button) to get the micropython REPL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75" y="593800"/>
            <a:ext cx="4257675" cy="413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794775"/>
            <a:ext cx="4343150" cy="13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729450" y="644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Resetting the Board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729450" y="1355100"/>
            <a:ext cx="7688700" cy="3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something goes wrong, you can reset the board in two ways.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is to press CTRL-D at the MicroPython prompt, which performs a soft reset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that isn’t working you can perform a hard reset by pressing the RST switch. This will end your session, disconnecting whatever program that you used to connect to the board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013" y="2396738"/>
            <a:ext cx="6296025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598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Toggling LED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729450" y="1355100"/>
            <a:ext cx="7688700" cy="3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Method-1: Using REPL shell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easiest way to turn on and off  LED attached to the board is using REPL interactive shell.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the board, We will start by turning LED on and off using following commands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075" y="3317613"/>
            <a:ext cx="58293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727650" y="621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727650" y="1242550"/>
            <a:ext cx="8099100" cy="40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464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Method-2 : Using Python files</a:t>
            </a:r>
            <a:endParaRPr b="1" sz="464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run the code by using any “.py” file . </a:t>
            </a:r>
            <a:endParaRPr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Open the pycharm and write the required code to toggle the LED </a:t>
            </a:r>
            <a:endParaRPr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run that script file on MicroPython-enabled boards we need adafruit-ampy which is a python package.</a:t>
            </a:r>
            <a:endParaRPr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simplifies the process of interacting with the board's filesystem, uploading and downloading file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and executing scripts</a:t>
            </a:r>
            <a:endParaRPr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Install the ampy using </a:t>
            </a:r>
            <a:r>
              <a:rPr b="1"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“pip install adafruit-ampy”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 the terminal of the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venv of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pychar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endParaRPr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b="1"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Syntax </a:t>
            </a:r>
            <a:r>
              <a:rPr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b="1"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“ampy --port &lt;port&gt; run &lt;script.py&gt;”</a:t>
            </a:r>
            <a:endParaRPr b="1"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b="1" lang="en" sz="40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“ampy –port COM7 run led.py”</a:t>
            </a:r>
            <a:endParaRPr b="1" sz="40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727650" y="598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727650" y="1358700"/>
            <a:ext cx="76887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on() and off() functions :</a:t>
            </a:r>
            <a:endParaRPr b="1" sz="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machine import Pin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time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GPIO pin connected to the LED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led_pin = Pin('PA5', Pin.OUT)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Main loop to toggle the LED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led_pin.on()   # Turn the LED on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time.sleep(1)  # Delay for 1 second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led_pin.off()  # Turn the LED off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time.sleep(1)  # Delay for 1 second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727650" y="633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646325" y="1289000"/>
            <a:ext cx="76887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333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machine module contains specific functions related to the hardware on a particular board. Most functions in this module allow to achieve direct access and control of hardware blocks on a system (like CPU, timers, buses, etc.)</a:t>
            </a:r>
            <a:endParaRPr sz="6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pin object is used to control I/O pins (also known as GPIO - general-purpose input/output).</a:t>
            </a:r>
            <a:endParaRPr sz="6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pin class has methods to set the mode of the pin (IN, OUT, etc) and methods to get and set the digital logic level.</a:t>
            </a:r>
            <a:endParaRPr sz="6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Pin.on() : Set pin to “1” output level. </a:t>
            </a:r>
            <a:endParaRPr sz="6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6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Pin.off() : Set pin to “0” output level.</a:t>
            </a:r>
            <a:endParaRPr sz="6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729450" y="6101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727650" y="1358700"/>
            <a:ext cx="7688700" cy="3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high() and low() functions :</a:t>
            </a:r>
            <a:endParaRPr b="1" sz="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machine import Pin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time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GPIO pin connected to the LED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led_pin = Pin('PA5', Pin.OUT)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Main loop to toggle the LED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led_pin.high()  # Turn the LED on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time.sleep(1)  # Delay for 1 second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led_pin.low()  # Turn the LED off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time.sleep(1)  # Delay for 1 second</a:t>
            </a:r>
            <a:endParaRPr b="1" sz="416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729450" y="575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729450" y="1282175"/>
            <a:ext cx="7688700" cy="3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toggle function :</a:t>
            </a:r>
            <a:endParaRPr b="1" sz="6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led = pyb.LED(1)</a:t>
            </a:r>
            <a:endParaRPr b="1" sz="64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64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led.toggle()</a:t>
            </a:r>
            <a:endParaRPr b="1" sz="64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pyb.delay(1000)</a:t>
            </a:r>
            <a:endParaRPr b="1" sz="64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4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4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Pyb module : </a:t>
            </a:r>
            <a:endParaRPr b="1"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pyb</a:t>
            </a:r>
            <a:r>
              <a:rPr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module contains functions related to the specific board.</a:t>
            </a:r>
            <a:endParaRPr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pyb.delay(ms)</a:t>
            </a:r>
            <a:r>
              <a:rPr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Delay for the given number of milliseconds.</a:t>
            </a:r>
            <a:endParaRPr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●"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class pyb.LED(id)</a:t>
            </a:r>
            <a:r>
              <a:rPr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Create an LED object associated with the given LED</a:t>
            </a:r>
            <a:endParaRPr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b="1"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id</a:t>
            </a:r>
            <a:r>
              <a:rPr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is the LED number → (1 - 4).</a:t>
            </a:r>
            <a:endParaRPr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○"/>
            </a:pPr>
            <a:r>
              <a:rPr lang="en" sz="64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As STM32F401re has only one LED the id by default corresponds to value 1.</a:t>
            </a:r>
            <a:endParaRPr sz="64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59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729450" y="563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Push Button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729450" y="1293800"/>
            <a:ext cx="4868100" cy="3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88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Method-1 : Using Pin class of machine module</a:t>
            </a:r>
            <a:endParaRPr b="1" sz="748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mport machine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time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Configure PA1 as an input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button = machine.Pin('PC13', machine.Pin.IN,machine.Pin.PULL_DOWN)  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if button.value() == 0:  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print("Button pressed!")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time.sleep(0.1)  # Debounce delay</a:t>
            </a:r>
            <a:endParaRPr b="1" sz="42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6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900" y="1908150"/>
            <a:ext cx="3754050" cy="12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729450" y="644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Contd…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729450" y="1235713"/>
            <a:ext cx="4868100" cy="3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88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Method-2 : Using Switch function()</a:t>
            </a:r>
            <a:endParaRPr b="1" sz="508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688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class Switch – A Switch object of pyb constructor , used to control a push-button switch.</a:t>
            </a:r>
            <a:endParaRPr sz="468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pyb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the switch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sw = pyb.Switch()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if sw():  # Check if the switch is pressed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print("Switch pressed")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else: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print("Switch not pressed")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pyb.delay(1000)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		                 </a:t>
            </a:r>
            <a:r>
              <a:rPr b="1" lang="en" sz="49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(or)</a:t>
            </a:r>
            <a:endParaRPr b="1" sz="49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sw = pyb.Switch()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sw.callback(lambda:print('Switch pressed'))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3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pyb.delay(1000)</a:t>
            </a:r>
            <a:endParaRPr b="1" sz="3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3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8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0100" y="2087050"/>
            <a:ext cx="3294325" cy="20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729450" y="644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UART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729450" y="1293800"/>
            <a:ext cx="4868100" cy="3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88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UART implements the standard UART/USART duplex serial communications protocol.</a:t>
            </a:r>
            <a:endParaRPr sz="588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machine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time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UART (use UART2 which is available on the Nucleo-F401RE)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uart = machine.UART(2, baudrate=115200)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Main loop to send "hello" over UART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uart.write('hello\n')  # Send the message "hello"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time.sleep(1)  # Wait for 1 second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if uart.any():  # Check if there is any incoming data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msg = uart.read()  # Read the received data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88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print(msg)</a:t>
            </a:r>
            <a:endParaRPr b="1" sz="4388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726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88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725" y="2168850"/>
            <a:ext cx="3241650" cy="1251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729450" y="586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 Handling</a:t>
            </a:r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662100" y="1249900"/>
            <a:ext cx="52026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Pin.irq()</a:t>
            </a:r>
            <a:r>
              <a:rPr lang="en" sz="12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 It is a method of class Pin of the constructor machine, configure an interrupt handler to be called when the trigger source of the pin is active.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machine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time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Define a function to be called when the interrupt occurs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def button_pressed(b):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print("Button pressed!")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the button pin as an input with pull-down resistor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button = machine.Pin('PC13', machine.Pin.IN, machine.Pin.PULL_DOWN)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uart = machine.UART(2, baudrate=115200)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Attach an interrupt to the button pin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button.irq(trigger=machine.Pin.IRQ_RISING, handler=button_pressed)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Main loop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uart.write('hello\n')  # Send the message "hello"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time.sleep(1)  # Wait for 1 second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if uart.any():  # Check if there is any incoming data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msg = uart.read()  # Read the received data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print(msg)</a:t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500" y="2230650"/>
            <a:ext cx="3230000" cy="16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727650" y="656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Timer</a:t>
            </a:r>
            <a:endParaRPr/>
          </a:p>
        </p:txBody>
      </p:sp>
      <p:sp>
        <p:nvSpPr>
          <p:cNvPr id="228" name="Google Shape;228;p36"/>
          <p:cNvSpPr txBox="1"/>
          <p:nvPr/>
        </p:nvSpPr>
        <p:spPr>
          <a:xfrm>
            <a:off x="662100" y="1249900"/>
            <a:ext cx="7754400" cy="3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Each timer consists of a counter that counts up at a certain rate. The rate at which it counts is the peripheral clock frequency (in Hz). </a:t>
            </a:r>
            <a:endParaRPr sz="15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When the counter reaches the timer period it triggers an event, and the counter resets back to zero. By using the callback method, the timer event can call a Python function.</a:t>
            </a:r>
            <a:endParaRPr sz="125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pyb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led = pyb.LED(1) 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Define the callback function to toggle the LED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def toggle_led(timer):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led.toggle()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Initialize Timer 1 with a frequency of 0.2 Hz (1 cycle every 5 seconds)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tim1 = pyb.Timer(1, freq=0.2)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 Set the callback function for Timer 1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tim1.callback(toggle_led)</a:t>
            </a:r>
            <a:endParaRPr b="1" sz="130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727650" y="679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 LED when push is button is pressed</a:t>
            </a:r>
            <a:endParaRPr/>
          </a:p>
        </p:txBody>
      </p:sp>
      <p:sp>
        <p:nvSpPr>
          <p:cNvPr id="234" name="Google Shape;234;p37"/>
          <p:cNvSpPr txBox="1"/>
          <p:nvPr/>
        </p:nvSpPr>
        <p:spPr>
          <a:xfrm>
            <a:off x="662100" y="1249900"/>
            <a:ext cx="77544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import pyb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sw = pyb.Switch()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#method1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sw.callback(lambda:pyb.LED(1).toggle())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#method 2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def led():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pyb.LED(1).toggle()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sw.callback(led)</a:t>
            </a:r>
            <a:endParaRPr b="1">
              <a:solidFill>
                <a:schemeClr val="dk2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chemeClr val="dk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Thank You</a:t>
            </a:r>
            <a:endParaRPr sz="4800">
              <a:solidFill>
                <a:schemeClr val="dk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